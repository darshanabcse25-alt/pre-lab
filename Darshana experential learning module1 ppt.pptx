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60" r:id="rId3"/>
    <p:sldId id="261" r:id="rId4"/>
    <p:sldId id="263" r:id="rId5"/>
    <p:sldId id="264" r:id="rId6"/>
    <p:sldId id="267" r:id="rId7"/>
    <p:sldId id="268" r:id="rId8"/>
    <p:sldId id="269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DF985C"/>
    <a:srgbClr val="B54C2D"/>
    <a:srgbClr val="B66952"/>
    <a:srgbClr val="B56D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72" y="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80" y="10"/>
            <a:ext cx="12191980" cy="6857990"/>
          </a:xfrm>
          <a:prstGeom prst="rect">
            <a:avLst/>
          </a:prstGeom>
          <a:effectLst>
            <a:softEdge rad="1524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8956" y="889122"/>
            <a:ext cx="9440034" cy="1656080"/>
          </a:xfrm>
        </p:spPr>
        <p:txBody>
          <a:bodyPr>
            <a:normAutofit fontScale="90000"/>
          </a:bodyPr>
          <a:lstStyle/>
          <a:p>
            <a:r>
              <a:rPr lang="en-US" sz="7200" dirty="0"/>
              <a:t>Title : Café with online ordering (UI)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8956" y="3197113"/>
            <a:ext cx="9440034" cy="2180936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/>
              <a:t>Café with Online Ordering: "Brew &amp; Bean" café wants a site where users can build their coffee order. Use form elements (checkboxes for add-ons, number for quantity) and dynamically update the order summary and total price using JavaScript (conceptually, focus on the form UI).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E12DEA4-359D-EA8D-B11E-D6C2315A89E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349465" y="600959"/>
            <a:ext cx="8302696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Structure of HTML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&lt;html&gt;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&lt;head&gt;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&lt;title&gt;Brew &amp; Bean Café&lt;/title&gt;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&lt;/head&gt;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&lt;body&gt;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&lt;html&gt;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Root element of the webpage.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4C5FD7C-243A-5EF2-61E5-E8362CD13B5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349465" y="3810964"/>
            <a:ext cx="704872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&lt;head&gt;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 about the webpage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(not visible on screen).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&lt;title&gt;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 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browser →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Brew &amp; Bean Café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&lt;body&gt;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 all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visible content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(what user sees).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491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CD10060-6E74-9D2A-6A77-E7B60CBF6D4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385665" y="171224"/>
            <a:ext cx="944003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🔘 Radio Button 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&lt;input type="radio" name="coffee" value="espresso"&gt;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&lt;input type="radio“&gt;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user to select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ONE option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name="coffee"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Groups all radio buttons together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one can be selected from same name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value="espresso"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 sent when form is submitted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9A2A00-C9B0-D00E-9AE8-C3C04C6210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501412" y="3587544"/>
            <a:ext cx="618415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➕  Add-ons (Checkboxes)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&lt;input type="checkbox" name="addon" value="milk"&gt;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&lt;input type="checkbox"&gt;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selecting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options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Difference: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Radio → only one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Checkbox → many options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768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71555E-44A5-91AE-079E-B712EBA9F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291" y="683368"/>
            <a:ext cx="9440034" cy="232671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4000" dirty="0"/>
              <a:t>Main Concept of This Code : </a:t>
            </a:r>
          </a:p>
          <a:p>
            <a:pPr algn="just"/>
            <a:r>
              <a:rPr lang="en-US" sz="4000" dirty="0"/>
              <a:t>To create a simple online coffee ordering form for a café (Brew &amp; Bean Café) </a:t>
            </a:r>
          </a:p>
          <a:p>
            <a:endParaRPr lang="en-US" dirty="0">
              <a:gradFill flip="none" rotWithShape="1">
                <a:gsLst>
                  <a:gs pos="0">
                    <a:schemeClr val="accent2">
                      <a:lumMod val="0"/>
                      <a:lumOff val="100000"/>
                    </a:schemeClr>
                  </a:gs>
                  <a:gs pos="35000">
                    <a:schemeClr val="accent2">
                      <a:lumMod val="0"/>
                      <a:lumOff val="100000"/>
                    </a:schemeClr>
                  </a:gs>
                  <a:gs pos="100000">
                    <a:schemeClr val="accent2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F0FB16-4385-05FA-FF58-FC7DBA40225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744938" y="3429000"/>
            <a:ext cx="1047317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☕ Choose a coffee (Espresso, Latte, Cappuccino) </a:t>
            </a:r>
            <a:br>
              <a:rPr lang="en-US" sz="1800" b="1" dirty="0"/>
            </a:br>
            <a:br>
              <a:rPr lang="en-US" sz="1800" b="1" dirty="0"/>
            </a:br>
            <a:r>
              <a:rPr lang="en-US" sz="1800" b="1" dirty="0"/>
              <a:t>➕ Select extra add-ons (Milk, Caramel, Cream)</a:t>
            </a:r>
            <a:br>
              <a:rPr lang="en-US" sz="1800" b="1" dirty="0"/>
            </a:br>
            <a:r>
              <a:rPr lang="en-US" sz="1800" b="1" dirty="0"/>
              <a:t> </a:t>
            </a:r>
            <a:br>
              <a:rPr lang="en-US" sz="1800" b="1" dirty="0"/>
            </a:br>
            <a:r>
              <a:rPr lang="en-US" sz="1800" b="1" dirty="0"/>
              <a:t>🔢 Enter quantity </a:t>
            </a:r>
            <a:br>
              <a:rPr lang="en-US" sz="1800" b="1" dirty="0"/>
            </a:br>
            <a:br>
              <a:rPr lang="en-US" sz="1800" b="1" dirty="0">
                <a:effectLst>
                  <a:outerShdw blurRad="9525" dist="25400" dir="14640000" algn="tl" rotWithShape="0">
                    <a:schemeClr val="bg1">
                      <a:lumMod val="85000"/>
                      <a:lumOff val="15000"/>
                      <a:alpha val="30000"/>
                    </a:schemeClr>
                  </a:outerShdw>
                </a:effectLst>
              </a:rPr>
            </a:br>
            <a:r>
              <a:rPr lang="en-US" sz="1800" b="1" dirty="0"/>
              <a:t>👤 Fill personal details (Name, Phone) </a:t>
            </a:r>
            <a:br>
              <a:rPr lang="en-US" sz="1800" b="1" dirty="0"/>
            </a:br>
            <a:br>
              <a:rPr lang="en-US" sz="1800" b="1" dirty="0"/>
            </a:br>
            <a:r>
              <a:rPr lang="en-US" sz="1800" b="1" dirty="0"/>
              <a:t>📩 Submit the order </a:t>
            </a:r>
            <a:br>
              <a:rPr lang="en-US" sz="1800" b="1" dirty="0"/>
            </a:b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971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F3AE6-A7ED-DF72-7B69-892C77162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229" y="346038"/>
            <a:ext cx="9590550" cy="1009402"/>
          </a:xfrm>
        </p:spPr>
        <p:txBody>
          <a:bodyPr/>
          <a:lstStyle/>
          <a:p>
            <a:r>
              <a:rPr lang="en-US" b="1" dirty="0"/>
              <a:t>Future Improvements for this project :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988CC-3F25-9016-F074-005DB09DC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0725" y="1979271"/>
            <a:ext cx="9590550" cy="4132162"/>
          </a:xfrm>
        </p:spPr>
        <p:txBody>
          <a:bodyPr>
            <a:normAutofit fontScale="92500" lnSpcReduction="20000"/>
          </a:bodyPr>
          <a:lstStyle/>
          <a:p>
            <a:r>
              <a:rPr lang="en-US" sz="2300" dirty="0"/>
              <a:t>1. Add CSS (Design &amp; Styling)</a:t>
            </a:r>
          </a:p>
          <a:p>
            <a:r>
              <a:rPr lang="en-US" sz="2300" dirty="0"/>
              <a:t> Make the page look modern and attractive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/>
              <a:t> Add colors, fonts, spacing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/>
              <a:t> Style buttons and inputs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/>
              <a:t> Create a café theme ☕ </a:t>
            </a:r>
          </a:p>
          <a:p>
            <a:r>
              <a:rPr lang="en-US" sz="2300" dirty="0"/>
              <a:t>Example improvements: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/>
              <a:t> Background color or image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/>
              <a:t> Stylish buttons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/>
              <a:t> Better layout (centered form)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645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0DD6F-CC2C-EE5C-AB2E-B5D7256DC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14314"/>
            <a:ext cx="9590550" cy="842962"/>
          </a:xfrm>
        </p:spPr>
        <p:txBody>
          <a:bodyPr/>
          <a:lstStyle/>
          <a:p>
            <a:r>
              <a:rPr lang="en-US" dirty="0"/>
              <a:t>Code: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C7F16-EFBF-BC79-BFA7-223F8C8B6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7223" y="1196640"/>
            <a:ext cx="9590550" cy="500062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/>
              <a:t>&lt;html&gt;</a:t>
            </a:r>
          </a:p>
          <a:p>
            <a:pPr algn="l"/>
            <a:r>
              <a:rPr lang="en-US" dirty="0"/>
              <a:t>&lt;head&gt;   </a:t>
            </a:r>
          </a:p>
          <a:p>
            <a:pPr algn="l"/>
            <a:r>
              <a:rPr lang="en-US" dirty="0"/>
              <a:t> &lt;title&gt;Brew &amp; Bean Café&lt;/title&gt;</a:t>
            </a:r>
          </a:p>
          <a:p>
            <a:pPr algn="l"/>
            <a:r>
              <a:rPr lang="en-US" dirty="0"/>
              <a:t>&lt;/head&gt;</a:t>
            </a:r>
          </a:p>
          <a:p>
            <a:pPr algn="l"/>
            <a:r>
              <a:rPr lang="en-US" dirty="0"/>
              <a:t>&lt;body </a:t>
            </a:r>
            <a:r>
              <a:rPr lang="en-US" dirty="0" err="1"/>
              <a:t>bgcolor</a:t>
            </a:r>
            <a:r>
              <a:rPr lang="en-US" dirty="0"/>
              <a:t>="brown"&gt;   </a:t>
            </a:r>
          </a:p>
          <a:p>
            <a:pPr algn="l"/>
            <a:r>
              <a:rPr lang="en-US" dirty="0"/>
              <a:t> &lt;h1&gt;Brew &amp; Bean Café ☕&lt;/h1&gt;  </a:t>
            </a:r>
          </a:p>
          <a:p>
            <a:pPr algn="l"/>
            <a:r>
              <a:rPr lang="en-US" dirty="0"/>
              <a:t>  &lt;form&gt;        </a:t>
            </a:r>
          </a:p>
          <a:p>
            <a:pPr algn="l"/>
            <a:r>
              <a:rPr lang="en-US" dirty="0"/>
              <a:t>&lt;h3&gt;Select Your Coffee&lt;/h3&gt;    </a:t>
            </a:r>
          </a:p>
          <a:p>
            <a:pPr algn="l"/>
            <a:r>
              <a:rPr lang="en-US" dirty="0"/>
              <a:t>    &lt;input type="radio" name="coffee" value="espresso"&gt;      </a:t>
            </a:r>
          </a:p>
          <a:p>
            <a:pPr algn="l"/>
            <a:r>
              <a:rPr lang="en-US" dirty="0"/>
              <a:t>  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="https://upload.wikimedia.org/</a:t>
            </a:r>
            <a:r>
              <a:rPr lang="en-US" dirty="0" err="1"/>
              <a:t>wikipedia</a:t>
            </a:r>
            <a:r>
              <a:rPr lang="en-US" dirty="0"/>
              <a:t>/commons/4/45/A_small_cup_of_coffee.JPG" width="80"&gt;  </a:t>
            </a:r>
          </a:p>
          <a:p>
            <a:pPr algn="l"/>
            <a:r>
              <a:rPr lang="en-US" dirty="0"/>
              <a:t>      Espresso (Rs30)&lt;</a:t>
            </a:r>
            <a:r>
              <a:rPr lang="en-US" dirty="0" err="1"/>
              <a:t>br</a:t>
            </a:r>
            <a:r>
              <a:rPr lang="en-US" dirty="0"/>
              <a:t>&gt;&lt;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97937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6B38D9D-D7A5-8551-D4A8-F92B78D33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628651"/>
            <a:ext cx="9440034" cy="5629274"/>
          </a:xfrm>
        </p:spPr>
        <p:txBody>
          <a:bodyPr/>
          <a:lstStyle/>
          <a:p>
            <a:pPr algn="l"/>
            <a:r>
              <a:rPr lang="en-US" dirty="0"/>
              <a:t> &lt;input type="radio" name="coffee" value="latte"&gt;       </a:t>
            </a:r>
          </a:p>
          <a:p>
            <a:pPr algn="l"/>
            <a:r>
              <a:rPr lang="en-US" dirty="0"/>
              <a:t> 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https://www.seriouseats.com/thmb/mhyOZEerd4xc6CwJVoRJ-rgg44o=/1500x0/filters:no_upscale():max_bytes(150000):strip_icc()/__opt__aboutcom__coeus__resources__content_migration__serious_eats__drinks.seriouseats.com__images__2013__11__20131107-latte-tulip-464c68d355e34ac1870c1230dd93e7ee.jpg" width="80"&gt;   </a:t>
            </a:r>
          </a:p>
          <a:p>
            <a:pPr algn="l"/>
            <a:r>
              <a:rPr lang="en-US" dirty="0"/>
              <a:t>Latte (Rs40)&lt;</a:t>
            </a:r>
            <a:r>
              <a:rPr lang="en-US" dirty="0" err="1"/>
              <a:t>br</a:t>
            </a:r>
            <a:r>
              <a:rPr lang="en-US" dirty="0"/>
              <a:t>&gt;&lt;</a:t>
            </a:r>
            <a:r>
              <a:rPr lang="en-US" dirty="0" err="1"/>
              <a:t>br</a:t>
            </a:r>
            <a:r>
              <a:rPr lang="en-US" dirty="0"/>
              <a:t>&gt;    </a:t>
            </a:r>
          </a:p>
          <a:p>
            <a:pPr algn="l"/>
            <a:r>
              <a:rPr lang="en-US" dirty="0"/>
              <a:t>   &lt;input type="radio" name="coffee" value="cappuccino"&gt;        </a:t>
            </a:r>
          </a:p>
          <a:p>
            <a:pPr algn="l"/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="https://cdn.uengage.io/uploads/18085/image-993178-1717589323.jpeg" width="80"&gt;</a:t>
            </a:r>
          </a:p>
          <a:p>
            <a:pPr algn="l"/>
            <a:r>
              <a:rPr lang="en-US" dirty="0"/>
              <a:t>Cappuccino (Rs50)&lt;</a:t>
            </a:r>
            <a:r>
              <a:rPr lang="en-US" dirty="0" err="1"/>
              <a:t>br</a:t>
            </a:r>
            <a:r>
              <a:rPr lang="en-US" dirty="0"/>
              <a:t>&gt;&lt;</a:t>
            </a:r>
            <a:r>
              <a:rPr lang="en-US" dirty="0" err="1"/>
              <a:t>br</a:t>
            </a:r>
            <a:r>
              <a:rPr lang="en-US" dirty="0"/>
              <a:t>&gt;        </a:t>
            </a:r>
          </a:p>
          <a:p>
            <a:pPr algn="l"/>
            <a:r>
              <a:rPr lang="en-US" dirty="0"/>
              <a:t>&lt;h3&gt;Add-ons&lt;/h3&gt;</a:t>
            </a:r>
          </a:p>
        </p:txBody>
      </p:sp>
    </p:spTree>
    <p:extLst>
      <p:ext uri="{BB962C8B-B14F-4D97-AF65-F5344CB8AC3E}">
        <p14:creationId xmlns:p14="http://schemas.microsoft.com/office/powerpoint/2010/main" val="90194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1760362-A8B7-ED8D-3FE8-8040600E3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4" y="385764"/>
            <a:ext cx="10672763" cy="60150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/>
              <a:t>&lt;input type="checkbox" value="milk"&gt; Milk (+Rs100)&lt;</a:t>
            </a:r>
            <a:r>
              <a:rPr lang="en-US" dirty="0" err="1"/>
              <a:t>br</a:t>
            </a:r>
            <a:r>
              <a:rPr lang="en-US" dirty="0"/>
              <a:t>&gt;        </a:t>
            </a:r>
          </a:p>
          <a:p>
            <a:pPr algn="l"/>
            <a:r>
              <a:rPr lang="en-US" dirty="0"/>
              <a:t>&lt;input type="checkbox" value="caramel"&gt; Caramel (+Rs150)&lt;</a:t>
            </a:r>
            <a:r>
              <a:rPr lang="en-US" dirty="0" err="1"/>
              <a:t>br</a:t>
            </a:r>
            <a:r>
              <a:rPr lang="en-US" dirty="0"/>
              <a:t>&gt;   </a:t>
            </a:r>
          </a:p>
          <a:p>
            <a:pPr algn="l"/>
            <a:r>
              <a:rPr lang="en-US" dirty="0"/>
              <a:t>     &lt;input type="checkbox" value="cream"&gt; Whipped Cream (+Rs200)&lt;</a:t>
            </a:r>
            <a:r>
              <a:rPr lang="en-US" dirty="0" err="1"/>
              <a:t>br</a:t>
            </a:r>
            <a:r>
              <a:rPr lang="en-US" dirty="0"/>
              <a:t>&gt;    </a:t>
            </a:r>
          </a:p>
          <a:p>
            <a:pPr algn="l"/>
            <a:r>
              <a:rPr lang="en-US" dirty="0"/>
              <a:t>&lt;h3&gt;Quantity&lt;/h3&gt;      </a:t>
            </a:r>
          </a:p>
          <a:p>
            <a:pPr algn="l"/>
            <a:r>
              <a:rPr lang="en-US" dirty="0"/>
              <a:t>  &lt;input type="number" name="quantity" min="1" value="1"&gt;      </a:t>
            </a:r>
          </a:p>
          <a:p>
            <a:pPr algn="l"/>
            <a:r>
              <a:rPr lang="en-US" dirty="0"/>
              <a:t>&lt;h3&gt;Your Details&lt;/h3&gt;    </a:t>
            </a:r>
          </a:p>
          <a:p>
            <a:pPr algn="l"/>
            <a:r>
              <a:rPr lang="en-US" dirty="0"/>
              <a:t>    Name: &lt;input type="text" name="name"&gt;&lt;</a:t>
            </a:r>
            <a:r>
              <a:rPr lang="en-US" dirty="0" err="1"/>
              <a:t>br</a:t>
            </a:r>
            <a:r>
              <a:rPr lang="en-US" dirty="0"/>
              <a:t>&gt;&lt;</a:t>
            </a:r>
            <a:r>
              <a:rPr lang="en-US" dirty="0" err="1"/>
              <a:t>br</a:t>
            </a:r>
            <a:r>
              <a:rPr lang="en-US" dirty="0"/>
              <a:t>&gt;   </a:t>
            </a:r>
          </a:p>
          <a:p>
            <a:pPr algn="l"/>
            <a:r>
              <a:rPr lang="en-US" dirty="0"/>
              <a:t>     Phone: &lt;input type="text" name="phone"&gt;&lt;</a:t>
            </a:r>
            <a:r>
              <a:rPr lang="en-US" dirty="0" err="1"/>
              <a:t>br</a:t>
            </a:r>
            <a:r>
              <a:rPr lang="en-US" dirty="0"/>
              <a:t>&gt;&lt;</a:t>
            </a:r>
            <a:r>
              <a:rPr lang="en-US" dirty="0" err="1"/>
              <a:t>br</a:t>
            </a:r>
            <a:r>
              <a:rPr lang="en-US" dirty="0"/>
              <a:t>&gt;    </a:t>
            </a:r>
          </a:p>
          <a:p>
            <a:pPr algn="l"/>
            <a:r>
              <a:rPr lang="en-US" dirty="0"/>
              <a:t>     &lt;</a:t>
            </a:r>
            <a:r>
              <a:rPr lang="en-US" dirty="0" err="1"/>
              <a:t>br</a:t>
            </a:r>
            <a:r>
              <a:rPr lang="en-US" dirty="0"/>
              <a:t>&gt;    </a:t>
            </a:r>
          </a:p>
          <a:p>
            <a:pPr algn="l"/>
            <a:r>
              <a:rPr lang="en-US" dirty="0"/>
              <a:t>    &lt;input type="submit" value="Place Order"&gt;    </a:t>
            </a:r>
          </a:p>
          <a:p>
            <a:pPr algn="l"/>
            <a:r>
              <a:rPr lang="en-US" dirty="0"/>
              <a:t>&lt;/form&gt;</a:t>
            </a:r>
          </a:p>
          <a:p>
            <a:pPr algn="l"/>
            <a:r>
              <a:rPr lang="en-US" dirty="0"/>
              <a:t>&lt;/body&gt;</a:t>
            </a:r>
          </a:p>
          <a:p>
            <a:pPr algn="l"/>
            <a:r>
              <a:rPr lang="en-US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230073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B08A61-0F08-8831-59CE-7E05CFE4C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548" y="115747"/>
            <a:ext cx="9387068" cy="658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24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CA356-6741-DD62-1877-F3AF87231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764" y="200601"/>
            <a:ext cx="9590550" cy="773788"/>
          </a:xfrm>
        </p:spPr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88C157-7F7C-4697-4F89-9EA09E7BE5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55685" y="1330691"/>
            <a:ext cx="948062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HTML code successfully creates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user-friendly café ordering 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basic form elements.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demonstrates how 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 user input using different input types (radio, checkbox, text, number)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Organize data in a structured way using a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&lt;form&gt;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basic interface for an online ordering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n>
                  <a:noFill/>
                </a:ln>
                <a:effectLst/>
                <a:latin typeface="Arial" panose="020B0604020202020204" pitchFamily="34" charset="0"/>
              </a:rPr>
              <a:t>Thank you,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USN :CS25019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 1</a:t>
            </a:r>
          </a:p>
        </p:txBody>
      </p:sp>
    </p:spTree>
    <p:extLst>
      <p:ext uri="{BB962C8B-B14F-4D97-AF65-F5344CB8AC3E}">
        <p14:creationId xmlns:p14="http://schemas.microsoft.com/office/powerpoint/2010/main" val="33860046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final web module 1</Template>
  <TotalTime>97</TotalTime>
  <Words>856</Words>
  <Application>Microsoft Office PowerPoint</Application>
  <PresentationFormat>Widescreen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Goudy Old Style</vt:lpstr>
      <vt:lpstr>Wingdings 2</vt:lpstr>
      <vt:lpstr>SlateVTI</vt:lpstr>
      <vt:lpstr>Title : Café with online ordering (UI)</vt:lpstr>
      <vt:lpstr>Basic Structure of HTML  &lt;html&gt; &lt;head&gt; &lt;title&gt;Brew &amp; Bean Café&lt;/title&gt; &lt;/head&gt; &lt;body&gt;  🔹 &lt;html&gt; Root element of the webpage. </vt:lpstr>
      <vt:lpstr>🔘 Radio Button Example &lt;input type="radio" name="coffee" value="espresso"&gt; 🔹 &lt;input type="radio“&gt; Allows user to select only ONE option   🔹 name="coffee" Groups all radio buttons together  Only one can be selected from same name   🔹 value="espresso" Value sent when form is submitted </vt:lpstr>
      <vt:lpstr>☕ Choose a coffee (Espresso, Latte, Cappuccino)   ➕ Select extra add-ons (Milk, Caramel, Cream)   🔢 Enter quantity   👤 Fill personal details (Name, Phone)   📩 Submit the order  </vt:lpstr>
      <vt:lpstr>Future Improvements for this project :</vt:lpstr>
      <vt:lpstr>Code: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darshana bhoyar</dc:creator>
  <cp:lastModifiedBy>darshana bhoyar</cp:lastModifiedBy>
  <cp:revision>2</cp:revision>
  <dcterms:created xsi:type="dcterms:W3CDTF">2026-04-08T10:54:54Z</dcterms:created>
  <dcterms:modified xsi:type="dcterms:W3CDTF">2026-04-13T15:48:28Z</dcterms:modified>
</cp:coreProperties>
</file>